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0" y="-274320"/>
            <a:ext cx="4297680" cy="73152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23960" y="320040"/>
            <a:ext cx="3154680" cy="6217920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81160" y="777240"/>
            <a:ext cx="2240280" cy="5303520"/>
          </a:xfrm>
          <a:prstGeom prst="roundRect">
            <a:avLst/>
          </a:prstGeom>
          <a:solidFill>
            <a:srgbClr val="0A0C1C"/>
          </a:solidFill>
          <a:ln>
            <a:solidFill>
              <a:srgbClr val="0A0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02952" y="1371600"/>
            <a:ext cx="1005840" cy="100584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2952" y="137160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78892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6D3D6"/>
                </a:solidFill>
                <a:latin typeface="Aptos"/>
              </a:rP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8048" y="3246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AB0CD"/>
                </a:solidFill>
                <a:latin typeface="Aptos"/>
              </a:rPr>
              <a:t>DIGITAL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69494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Ticket Booking</a:t>
            </a:r>
          </a:p>
          <a:p>
            <a:pPr>
              <a:defRPr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7E57FF"/>
                </a:solidFill>
                <a:latin typeface="Aptos"/>
              </a:rPr>
              <a:t>(ConcurrencySafe)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6400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 reliable booking h real-time seat availability,</a:t>
            </a:r>
          </a:p>
          <a:p>
            <a:pPr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thread-safe reservations and instant booking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AB0CD"/>
                </a:solidFill>
                <a:latin typeface="Aptos"/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6217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R. Sai Charan Reddi — 2520090184</a:t>
            </a:r>
          </a:p>
          <a:p>
            <a:pPr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G. Manideep Patel — 2520090100</a:t>
            </a:r>
          </a:p>
          <a:p>
            <a:pPr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P. Akhil Yadav — 2520090155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26364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5F7FF"/>
                </a:solidFill>
                <a:latin typeface="Aptos"/>
              </a:rPr>
              <a:t>2026</a:t>
            </a:r>
          </a:p>
        </p:txBody>
      </p:sp>
      <p:pic>
        <p:nvPicPr>
          <p:cNvPr id="16" name="Picture 15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4617720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36D3D6"/>
                </a:solidFill>
                <a:latin typeface="Aptos"/>
              </a:rPr>
              <a:t>REVIEW - 1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010912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F"/>
                </a:solidFill>
                <a:latin typeface="Aptos"/>
              </a:rPr>
              <a:t>DBMS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Reliable ticket reservations under concurrent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44200" cy="42519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PROJECT 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68591"/>
            <a:ext cx="9921240" cy="42473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Ticket Booking System (</a:t>
            </a:r>
            <a:r>
              <a:rPr dirty="0" err="1">
                <a:solidFill>
                  <a:schemeClr val="bg1"/>
                </a:solidFill>
              </a:rPr>
              <a:t>ConcurrencySafe</a:t>
            </a:r>
            <a:r>
              <a:rPr dirty="0">
                <a:solidFill>
                  <a:schemeClr val="bg1"/>
                </a:solidFill>
              </a:rPr>
              <a:t>) is a web-based application designed to simplify and digitize the event participation process. Traditional event management often involves manual registration, paper tickets, long queues, and difficulty accessing event-related information. This application addresses these challenges by providing attendees with a single platform to independently manage their event activities.</a:t>
            </a:r>
          </a:p>
          <a:p>
            <a:pPr>
              <a:defRPr>
                <a:latin typeface="Aptos"/>
              </a:defRPr>
            </a:pPr>
            <a:endParaRPr dirty="0">
              <a:solidFill>
                <a:schemeClr val="bg1"/>
              </a:solidFill>
            </a:endParaRPr>
          </a:p>
          <a:p>
            <a:pPr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proposed system uses concurrency-safe booking mechanisms to maintain real-time seat availability. Synchronization, locking, and other concurrency-control techniques protect shared resources so that only one transaction can successfully reserve a particular ticket. Users can view available tickets, select seats, make bookings, and receive confirmations.</a:t>
            </a:r>
          </a:p>
          <a:p>
            <a:pPr>
              <a:defRPr>
                <a:latin typeface="Aptos"/>
              </a:defRPr>
            </a:pPr>
            <a:endParaRPr dirty="0">
              <a:solidFill>
                <a:schemeClr val="bg1"/>
              </a:solidFill>
            </a:endParaRPr>
          </a:p>
          <a:p>
            <a:pPr>
              <a:defRPr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system updates seat status after a successful booking and prevents other users from reserving an already-booked seat. It demonstrates multithreading and concurrency management </a:t>
            </a:r>
            <a:r>
              <a:rPr dirty="0"/>
              <a:t>while improving reliability, data consistency, and the booking experience when many users access the system simultaneously.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9" name="Picture 8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Reliable ticket booking for multiple users at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6629400" cy="429768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F"/>
                </a:solidFill>
                <a:latin typeface="Aptos"/>
              </a:rPr>
              <a:t>A consistent booking process protected from race conditions.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4290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107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View available tickets and seats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62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679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Select a ticket and request a booking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3434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251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Receive booking confirmation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8006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823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See updated seat availability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257800"/>
            <a:ext cx="274320" cy="2743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395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Prevent duplicate reservations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828800"/>
            <a:ext cx="3794760" cy="402336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1488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7FF"/>
                </a:solidFill>
                <a:latin typeface="Aptos"/>
              </a:rPr>
              <a:t>SELECTING JOURNEY</a:t>
            </a:r>
          </a:p>
        </p:txBody>
      </p:sp>
      <p:sp>
        <p:nvSpPr>
          <p:cNvPr id="25" name="Oval 24"/>
          <p:cNvSpPr/>
          <p:nvPr/>
        </p:nvSpPr>
        <p:spPr>
          <a:xfrm>
            <a:off x="9052560" y="26974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0" y="2697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7889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VIEW</a:t>
            </a:r>
          </a:p>
        </p:txBody>
      </p:sp>
      <p:sp>
        <p:nvSpPr>
          <p:cNvPr id="28" name="Oval 27"/>
          <p:cNvSpPr/>
          <p:nvPr/>
        </p:nvSpPr>
        <p:spPr>
          <a:xfrm>
            <a:off x="9052560" y="3355848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33558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447287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SELECT</a:t>
            </a:r>
          </a:p>
        </p:txBody>
      </p:sp>
      <p:sp>
        <p:nvSpPr>
          <p:cNvPr id="31" name="Oval 30"/>
          <p:cNvSpPr/>
          <p:nvPr/>
        </p:nvSpPr>
        <p:spPr>
          <a:xfrm>
            <a:off x="9052560" y="4014216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40142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10565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RESERVE</a:t>
            </a:r>
          </a:p>
        </p:txBody>
      </p:sp>
      <p:sp>
        <p:nvSpPr>
          <p:cNvPr id="34" name="Oval 33"/>
          <p:cNvSpPr/>
          <p:nvPr/>
        </p:nvSpPr>
        <p:spPr>
          <a:xfrm>
            <a:off x="9052560" y="4672584"/>
            <a:ext cx="502920" cy="5029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0" y="467258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76402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38" name="Picture 3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Preventing duplicate bookings and preserving data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4805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5B99"/>
                </a:solidFill>
                <a:latin typeface="Aptos"/>
              </a:rPr>
              <a:t>PROBLEM 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14600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32888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Multiple users request the same seat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72968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91256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Risk of double booking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31335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49624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Incorrect seat availability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489704"/>
            <a:ext cx="347472" cy="347472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897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07992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Inconsistent transaction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5257800" cy="44805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D6"/>
                </a:solidFill>
                <a:latin typeface="Aptos"/>
              </a:rPr>
              <a:t>OBJECTIVES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48716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48716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49631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Ensure thread-safe ticket reservations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008376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00837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0175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Maintain real-time seat availability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529584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529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53872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Prevent duplicate bookings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050791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050791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05993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Keep booking records consistent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5720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81144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Manage shared resources safely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5093208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509320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1023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Provide reliable booking confirmations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40" name="Picture 39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Core functionality for users and safe concurrent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303520" cy="43891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D6"/>
                </a:solidFill>
                <a:latin typeface="Aptos"/>
              </a:rPr>
              <a:t>USER FEATURES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5146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View available tickets</a:t>
            </a:r>
          </a:p>
        </p:txBody>
      </p:sp>
      <p:sp>
        <p:nvSpPr>
          <p:cNvPr id="10" name="Oval 9"/>
          <p:cNvSpPr/>
          <p:nvPr/>
        </p:nvSpPr>
        <p:spPr>
          <a:xfrm>
            <a:off x="3337560" y="251460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Select seats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9184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Submit booking requests</a:t>
            </a:r>
          </a:p>
        </p:txBody>
      </p:sp>
      <p:sp>
        <p:nvSpPr>
          <p:cNvPr id="16" name="Oval 15"/>
          <p:cNvSpPr/>
          <p:nvPr/>
        </p:nvSpPr>
        <p:spPr>
          <a:xfrm>
            <a:off x="3337560" y="329184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Receive booking confirmation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06908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View current seat status</a:t>
            </a:r>
          </a:p>
        </p:txBody>
      </p:sp>
      <p:sp>
        <p:nvSpPr>
          <p:cNvPr id="22" name="Oval 21"/>
          <p:cNvSpPr/>
          <p:nvPr/>
        </p:nvSpPr>
        <p:spPr>
          <a:xfrm>
            <a:off x="3337560" y="406908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See booking status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484632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Access booking records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4846320"/>
            <a:ext cx="292608" cy="292608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Avoid duplicate reservations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5303520" cy="438912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0116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57FF"/>
                </a:solidFill>
                <a:latin typeface="Aptos"/>
              </a:rPr>
              <a:t>SYSTEM / ADMIN FEATURES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51460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Manage ticket inventory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251460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Track booking requests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0" y="329184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Maintain booking records</a:t>
            </a:r>
          </a:p>
        </p:txBody>
      </p:sp>
      <p:sp>
        <p:nvSpPr>
          <p:cNvPr id="42" name="Oval 41"/>
          <p:cNvSpPr/>
          <p:nvPr/>
        </p:nvSpPr>
        <p:spPr>
          <a:xfrm>
            <a:off x="8869680" y="329184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69680" y="32918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59" y="3291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Concurrency-safe reservation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406908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Update seat status</a:t>
            </a:r>
          </a:p>
        </p:txBody>
      </p:sp>
      <p:sp>
        <p:nvSpPr>
          <p:cNvPr id="48" name="Oval 47"/>
          <p:cNvSpPr/>
          <p:nvPr/>
        </p:nvSpPr>
        <p:spPr>
          <a:xfrm>
            <a:off x="8869680" y="406908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40690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9" y="4069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Synchronize shared resources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484632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Protect transaction consistency</a:t>
            </a:r>
          </a:p>
        </p:txBody>
      </p:sp>
      <p:sp>
        <p:nvSpPr>
          <p:cNvPr id="54" name="Oval 53"/>
          <p:cNvSpPr/>
          <p:nvPr/>
        </p:nvSpPr>
        <p:spPr>
          <a:xfrm>
            <a:off x="8869680" y="4846320"/>
            <a:ext cx="292608" cy="292608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69680" y="484632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7FF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59" y="4846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Support multiple simultaneous users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58" name="Picture 5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45a1dff-d404-4746-8f4d-61dbd3c7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11365992" cy="5833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343"/>
                </a:solidFill>
                <a:latin typeface="Aptos"/>
              </a:rPr>
              <a:t>TICKET BOOKING SYSTEM • SYSTEM ARCHITECTURE</a:t>
            </a:r>
          </a:p>
        </p:txBody>
      </p:sp>
      <p:pic>
        <p:nvPicPr>
          <p:cNvPr id="4" name="Picture 3" descr="822b5ecf-839c-4f00-b071-931697baba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End-to-end ticket reservation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View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Select Seat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Request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78308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35439" y="2011680"/>
            <a:ext cx="502920" cy="50292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39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05740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Check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606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Apply 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57600" y="4160520"/>
            <a:ext cx="502920" cy="502920"/>
          </a:xfrm>
          <a:prstGeom prst="ellipse">
            <a:avLst/>
          </a:prstGeom>
          <a:solidFill>
            <a:srgbClr val="34C98B"/>
          </a:solidFill>
          <a:ln>
            <a:solidFill>
              <a:srgbClr val="34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Confirm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36D3D6"/>
          </a:solidFill>
          <a:ln>
            <a:solidFill>
              <a:srgbClr val="36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Update Seat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59" y="3931920"/>
            <a:ext cx="2423160" cy="150876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235439" y="4160520"/>
            <a:ext cx="502920" cy="502920"/>
          </a:xfrm>
          <a:prstGeom prst="ellipse">
            <a:avLst/>
          </a:prstGeom>
          <a:solidFill>
            <a:srgbClr val="EB5B99"/>
          </a:solidFill>
          <a:ln>
            <a:solidFill>
              <a:srgbClr val="EB5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39" y="4160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420624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Return Confirmation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4754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0CD"/>
                </a:solidFill>
                <a:latin typeface="Aptos"/>
              </a:rPr>
              <a:t>Self-service step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5943600"/>
            <a:ext cx="9464040" cy="384048"/>
          </a:xfrm>
          <a:prstGeom prst="roundRect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54480" y="5998464"/>
            <a:ext cx="9098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F7FF"/>
                </a:solidFill>
                <a:latin typeface="Aptos"/>
              </a:rPr>
              <a:t>VIEW  →  SELECT  →  VERIFY  →  ATTEND  →  CONFIRM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48" name="Picture 47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Potential enhancements for a more dependable booking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647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Secure payment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64792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Support safe online ticket payments.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50591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1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78023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Booking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78023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Send booking confirmations and seat updates.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63824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6382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9125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Scalable concurrency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91256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Handle more simultaneous booking requests.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77056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770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0448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Distributed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904488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Support multiple application instances safely.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90288"/>
            <a:ext cx="411480" cy="411480"/>
          </a:xfrm>
          <a:prstGeom prst="ellipse">
            <a:avLst/>
          </a:prstGeom>
          <a:solidFill>
            <a:srgbClr val="7E57FF"/>
          </a:solidFill>
          <a:ln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9028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1772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Live seat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617720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Display updated availability in real time.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303520"/>
            <a:ext cx="411480" cy="411480"/>
          </a:xfrm>
          <a:prstGeom prst="ellipse">
            <a:avLst/>
          </a:prstGeom>
          <a:solidFill>
            <a:srgbClr val="4991FF"/>
          </a:solidFill>
          <a:ln>
            <a:solidFill>
              <a:srgbClr val="49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3095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Booking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330952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Track demand, bookings and failed conflicts.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144768"/>
            <a:ext cx="9601200" cy="310896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6190488"/>
            <a:ext cx="9235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6D3D6"/>
                </a:solidFill>
                <a:latin typeface="Aptos"/>
              </a:rPr>
              <a:t>Future vision: scale into a reliable, real-time ticket reservation platform.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32" name="Picture 31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34747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0CD"/>
                </a:solidFill>
                <a:latin typeface="Aptos"/>
              </a:rPr>
              <a:t>A reliable system for consistent ticket reservations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812280" cy="3886200"/>
          </a:xfrm>
          <a:prstGeom prst="roundRect">
            <a:avLst/>
          </a:prstGeom>
          <a:solidFill>
            <a:srgbClr val="181B31"/>
          </a:solidFill>
          <a:ln>
            <a:solidFill>
              <a:srgbClr val="18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6D3D6"/>
                </a:solidFill>
                <a:latin typeface="Aptos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989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F"/>
                </a:solidFill>
                <a:latin typeface="Aptos"/>
              </a:rPr>
              <a:t>The Ticket Booking System transforms the attendee journey by combining registration, booking, digital ticketing, QR check-in, schedules, notifications and feedback in one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5806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0CD"/>
                </a:solidFill>
                <a:latin typeface="Aptos"/>
              </a:rPr>
              <a:t>It prevents duplicate reservations, maintains accurate records, and provides booking confirmations even when many users access the system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83080"/>
            <a:ext cx="3337560" cy="3886200"/>
          </a:xfrm>
          <a:prstGeom prst="roundRect">
            <a:avLst/>
          </a:prstGeom>
          <a:solidFill>
            <a:srgbClr val="1F233E"/>
          </a:solidFill>
          <a:ln>
            <a:solidFill>
              <a:srgbClr val="1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E57FF"/>
                </a:solidFill>
                <a:latin typeface="Aptos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97480"/>
            <a:ext cx="27889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latin typeface="Aptos"/>
              </a:defRPr>
            </a:pPr>
            <a:r>
              <a:t>THREAD SAFETY</a:t>
            </a:r>
          </a:p>
          <a:p>
            <a:pPr>
              <a:defRPr>
                <a:latin typeface="Aptos"/>
              </a:defRPr>
            </a:pPr>
            <a:r>
              <a:t>+</a:t>
            </a:r>
          </a:p>
          <a:p>
            <a:pPr>
              <a:defRPr>
                <a:latin typeface="Aptos"/>
              </a:defRPr>
            </a:pPr>
            <a:r>
              <a:t>DATA CONSISTENCY</a:t>
            </a:r>
          </a:p>
          <a:p>
            <a:pPr>
              <a:defRPr>
                <a:latin typeface="Aptos"/>
              </a:defRPr>
            </a:pPr>
            <a:r>
              <a:t>+</a:t>
            </a:r>
          </a:p>
          <a:p>
            <a:pPr>
              <a:defRPr>
                <a:latin typeface="Aptos"/>
              </a:defRPr>
            </a:pPr>
            <a:r>
              <a:t>FASTER 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605332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0C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AB0CD"/>
                </a:solidFill>
                <a:latin typeface="Aptos"/>
              </a:rPr>
              <a:t>TICKET SELECTING SYSTEM • CONCURRENCYSAFE</a:t>
            </a:r>
          </a:p>
        </p:txBody>
      </p:sp>
      <p:pic>
        <p:nvPicPr>
          <p:cNvPr id="15" name="Picture 14" descr="822b5ecf-839c-4f00-b071-931697baba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73152"/>
            <a:ext cx="1234440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</Words>
  <Application>Microsoft Office PowerPoint</Application>
  <PresentationFormat>Widescreen</PresentationFormat>
  <Paragraphs>183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Reddy</cp:lastModifiedBy>
  <cp:revision>2</cp:revision>
  <dcterms:created xsi:type="dcterms:W3CDTF">2013-01-27T09:14:16Z</dcterms:created>
  <dcterms:modified xsi:type="dcterms:W3CDTF">2026-10-03T09:40:57Z</dcterms:modified>
  <cp:category/>
</cp:coreProperties>
</file>