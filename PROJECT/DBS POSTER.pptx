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608" y="-26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58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[TICKET BOOKING SYSTEM CONCURRENCY SAFE]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[23]  |  Section: [S12]  |  Members: [R SAI CHARAN REDDI – 2520090184], [G MANIDEEP –2520090100], [P AKHIL YADAV – 2520090155]  |  Guide: [Dr.SK KHAJA SHAREEF]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/>
              <a:t>A reliable ticket reservation system designed for multiple users booking tickets simultaneously. It maintains real-time seat availability and uses concurrency-control techniques to ensure that only one user can reserve a particular seat.</a:t>
            </a:r>
          </a:p>
          <a:p>
            <a:r>
              <a:rPr lang="en-US" sz="1100" b="1" dirty="0"/>
              <a:t>Key Benefit:</a:t>
            </a:r>
            <a:r>
              <a:rPr lang="en-US" sz="1100" dirty="0"/>
              <a:t> Prevents duplicate bookings and maintains accurate booking records.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840480"/>
            <a:ext cx="4569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1385" y="4187240"/>
            <a:ext cx="4569714" cy="208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/>
              <a:t>Concurrent users may reserve the same seat, causing double booking and inconsistent requests.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100" dirty="0"/>
              <a:t>Keep seat availability accurate during concurrent requests.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100" dirty="0"/>
              <a:t>Let users view tickets, select seats, and confirm bookings.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100" dirty="0"/>
              <a:t>Protect shared booking resources using synchronization / locking.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r>
              <a:rPr lang="en-US" sz="1100" dirty="0" err="1"/>
              <a:t>Ticket</a:t>
            </a:r>
            <a:r>
              <a:rPr lang="en-US" sz="1100" dirty="0"/>
              <a:t> availability, seat selection, reservation, and confirmation.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110942"/>
              </p:ext>
            </p:extLst>
          </p:nvPr>
        </p:nvGraphicFramePr>
        <p:xfrm>
          <a:off x="409957" y="6690360"/>
          <a:ext cx="4617719" cy="2788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Feature`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–booking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Concurrency Safe Reservation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Become Inconsistent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after successful booking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3]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transactions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booking records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4]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seat conflicts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[Limitation / Gap]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coordination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successful claim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600" dirty="0"/>
              <a:t>Java, Spring Boot, Spring Data JPA, MySQL and Java concurrency utilities.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600" dirty="0"/>
              <a:t>Uses widely available development tools and open-source frameworks.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600" dirty="0"/>
              <a:t>View tickets → choose seats → book → receive confirmation.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600" dirty="0"/>
              <a:t>Semester PBL project; milestone dates were not specified in the abstract.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Java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Spring Boot +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–</a:t>
            </a:r>
            <a:r>
              <a:rPr lang="en-US" sz="15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user,ticket,seat</a:t>
            </a: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booking data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[Git &amp; GitHub, Postman, VS Code, Draw.io]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/>
              <a:t>Goal:</a:t>
            </a:r>
            <a:r>
              <a:rPr lang="en-US" sz="1200" dirty="0"/>
              <a:t> Prevent duplicate seat reservations during concurrent access.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Test:</a:t>
            </a:r>
            <a:r>
              <a:rPr lang="en-US" sz="1600" dirty="0"/>
              <a:t> </a:t>
            </a:r>
            <a:r>
              <a:rPr lang="en-US" sz="1200" dirty="0"/>
              <a:t>Submit simultaneous requests for one seat; verify one successful reservation.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Outcome: </a:t>
            </a:r>
            <a:r>
              <a:rPr lang="en-US" sz="1200" dirty="0"/>
              <a:t>Ticket booking workflow designed around concurrency control and consistent records.</a:t>
            </a:r>
          </a:p>
          <a:p>
            <a:pPr lvl="0"/>
            <a:r>
              <a:rPr lang="en-US" sz="1600" dirty="0"/>
              <a:t>Value: Improves reliability when many users book simultaneously.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/>
              <a:t>Next:</a:t>
            </a:r>
            <a:r>
              <a:rPr lang="en-US" sz="1200" dirty="0"/>
              <a:t> Authentication, payment integration and cancellation.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/>
              <a:t>Scale:</a:t>
            </a:r>
            <a:r>
              <a:rPr lang="en-US" sz="1200" dirty="0"/>
              <a:t> Load testing, deployment and monitoring.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F6499D-435A-3BA8-CEE4-E7728D3BE1BD}"/>
              </a:ext>
            </a:extLst>
          </p:cNvPr>
          <p:cNvSpPr txBox="1"/>
          <p:nvPr/>
        </p:nvSpPr>
        <p:spPr>
          <a:xfrm>
            <a:off x="1" y="2332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6DB40A-9872-BFDA-96C5-68AB43EF3A6E}"/>
              </a:ext>
            </a:extLst>
          </p:cNvPr>
          <p:cNvSpPr txBox="1"/>
          <p:nvPr/>
        </p:nvSpPr>
        <p:spPr>
          <a:xfrm>
            <a:off x="152401" y="3856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7BB72B-409B-40C7-D1AF-4220DDC07585}"/>
              </a:ext>
            </a:extLst>
          </p:cNvPr>
          <p:cNvSpPr txBox="1"/>
          <p:nvPr/>
        </p:nvSpPr>
        <p:spPr>
          <a:xfrm>
            <a:off x="304801" y="5380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6EF847-7CEE-3CD4-2126-126FDE882BF7}"/>
              </a:ext>
            </a:extLst>
          </p:cNvPr>
          <p:cNvSpPr txBox="1"/>
          <p:nvPr/>
        </p:nvSpPr>
        <p:spPr>
          <a:xfrm>
            <a:off x="457201" y="6904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E5CF97-43AE-D01B-B36E-08801870106F}"/>
              </a:ext>
            </a:extLst>
          </p:cNvPr>
          <p:cNvSpPr txBox="1"/>
          <p:nvPr/>
        </p:nvSpPr>
        <p:spPr>
          <a:xfrm>
            <a:off x="609601" y="8428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8" name="Picture 57" descr="Our Team - KLH Bachupally">
            <a:extLst>
              <a:ext uri="{FF2B5EF4-FFF2-40B4-BE49-F238E27FC236}">
                <a16:creationId xmlns:a16="http://schemas.microsoft.com/office/drawing/2014/main" id="{657D5FA8-1384-D22E-A250-AD655D98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5" y="320040"/>
            <a:ext cx="1264535" cy="12801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CF8B01-60E4-D2DD-9347-7FEABC80B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114" y="4960521"/>
            <a:ext cx="4843526" cy="228619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3A5F4ED-05B7-7ACF-2057-FAEF803CD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987" y="7955280"/>
            <a:ext cx="4617211" cy="178308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D9D64D9-7D9E-33DB-A24E-B89F2AE50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0613" y="10469878"/>
            <a:ext cx="2216277" cy="178308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84A64FF-B952-F003-396F-5DA47B03E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041" y="10561321"/>
            <a:ext cx="2216277" cy="173736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F786926-3C95-606E-B998-31AE92FFC4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188" y="142646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495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Charan Reddy</cp:lastModifiedBy>
  <cp:revision>2</cp:revision>
  <dcterms:created xsi:type="dcterms:W3CDTF">2026-09-28T08:11:17Z</dcterms:created>
  <dcterms:modified xsi:type="dcterms:W3CDTF">2026-10-03T05:22:07Z</dcterms:modified>
</cp:coreProperties>
</file>